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DBMS COURSE PROJECT — REVIEW 1</a:t>
            </a:r>
          </a:p>
          <a:p>
            <a:pPr>
              <a:spcBef>
                <a:spcPts val="1000"/>
              </a:spcBef>
              <a:defRPr sz="3600" b="1">
                <a:solidFill>
                  <a:srgbClr val="1E3A8A"/>
                </a:solidFill>
              </a:defRPr>
            </a:pPr>
            <a:r>
              <a:t>College Club Event Management System</a:t>
            </a:r>
          </a:p>
          <a:p>
            <a:pPr>
              <a:spcBef>
                <a:spcPts val="800"/>
              </a:spcBef>
              <a:defRPr sz="1800">
                <a:solidFill>
                  <a:srgbClr val="64748B"/>
                </a:solidFill>
              </a:defRPr>
            </a:pPr>
            <a:r>
              <a:t>Phase 1: Problem Statement, ER Modeling, Relational Schema &amp; 3NF Normalization</a:t>
            </a:r>
          </a:p>
          <a:p>
            <a:pPr>
              <a:spcBef>
                <a:spcPts val="3500"/>
              </a:spcBef>
              <a:defRPr sz="1400">
                <a:solidFill>
                  <a:srgbClr val="1E293B"/>
                </a:solidFill>
              </a:defRPr>
            </a:pPr>
            <a:r>
              <a:t>Presented by: Second Year CSE / IT</a:t>
            </a:r>
            <a:br/>
            <a:r>
              <a:t>Database: Oracle Database 21c XE</a:t>
            </a:r>
            <a:br/>
            <a:r>
              <a:t>Academic 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PROJECT CONTEXT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Introduction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700" b="1">
                <a:solidFill>
                  <a:srgbClr val="1E3A8A"/>
                </a:solidFill>
              </a:defRPr>
            </a:pPr>
            <a:r>
              <a:t>Campus Club Culture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In engineering colleges, student clubs (Technical, Cultural, Sports, Literary) drive campus activities.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Each club frequently organizes workshops, competitions, hackathons, and guest lectures throughout the year.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Active student participation in clubs enhances practical skills and peer collaboration.</a:t>
            </a:r>
          </a:p>
          <a:p>
            <a:pPr>
              <a:spcBef>
                <a:spcPts val="1200"/>
              </a:spcBef>
              <a:defRPr sz="1700" b="1">
                <a:solidFill>
                  <a:srgbClr val="1E3A8A"/>
                </a:solidFill>
              </a:defRPr>
            </a:pPr>
            <a:r>
              <a:t>The Need for Automation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Managing registrations across hundreds of students and multiple clubs manually is inefficient.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Faculty coordinators struggle to verify student attendance and track club participation history.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A well-structured relational database provides the ideal foundation to solve this campus-wide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WHY THIS PROJECT?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700" b="1">
                <a:solidFill>
                  <a:srgbClr val="1E3A8A"/>
                </a:solidFill>
              </a:defRPr>
            </a:pPr>
            <a:r>
              <a:t>Current Pain Points with Google Forms &amp; Paper Sheets: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Data Redundancy: Students re-enter their basic details (name, department, email) for every single event registration.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No Duplicate Prevention: Students mistakenly register 2 or 3 times for the same event, throwing off seat count and budget.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Past Event Registrations: Form links remain active even after an event concludes, accepting invalid registrations.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No Centralized Member Tracking: Clubs have no automated way of knowing who their registered club members are vs outside attendees.</a:t>
            </a:r>
          </a:p>
          <a:p>
            <a:pPr>
              <a:spcBef>
                <a:spcPts val="1200"/>
              </a:spcBef>
              <a:defRPr sz="1700" b="1">
                <a:solidFill>
                  <a:srgbClr val="1E3A8A"/>
                </a:solidFill>
              </a:defRPr>
            </a:pPr>
            <a:r>
              <a:t>Proposed Relational Solution: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Design a 3NF normalized database to store student and club data once, avoiding redundant entry.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Enforce uniqueness and check constraints directly at the database engine level.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Use procedural logic (triggers and procedures) to stop invalid event registrations before they enter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SCOPE OF WORK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700" b="1">
                <a:solidFill>
                  <a:srgbClr val="1E3A8A"/>
                </a:solidFill>
              </a:defRPr>
            </a:pPr>
            <a:r>
              <a:t>Key Objectives: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Develop an Entity-Relationship (ER) model representing college clubs, students, events, and memberships.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Translate the ER model into physical Oracle 21c DDL tables with primary, foreign, unique, and check constraints.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Ensure the schema satisfies Third Normal Form (3NF) to eliminate insertion, deletion, and update anomalies.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Implement business rules using Database Views, PL/SQL Stored Procedures, and Triggers.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Build an intuitive web interface for students and club coordinators.</a:t>
            </a:r>
          </a:p>
          <a:p>
            <a:pPr>
              <a:spcBef>
                <a:spcPts val="1200"/>
              </a:spcBef>
              <a:defRPr sz="1700" b="1">
                <a:solidFill>
                  <a:srgbClr val="1E3A8A"/>
                </a:solidFill>
              </a:defRPr>
            </a:pPr>
            <a:r>
              <a:t>System Scope: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Covers student onboarding, club member rosters, event scheduling, event registration, and analytical reporting.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 Designed to be deployable on a local university intranet or department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CONCEPTUAL MODEL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Entity-Relationship (ER) Diagram</a:t>
            </a:r>
          </a:p>
        </p:txBody>
      </p:sp>
      <p:pic>
        <p:nvPicPr>
          <p:cNvPr id="3" name="Picture 2" descr="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772400" cy="4338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463040"/>
            <a:ext cx="2926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Relationship Summary: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STUDENT joins CLUB: M:N relationship resolved by MEMBERSHIP entity.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STUDENT registers for EVENT: M:N relationship resolved by REGISTRATION entity.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CLUB hosts EVENT: 1:N relationship (One club hosts many events; each event belongs to one club).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Total 5 relational entities designed in 3NF.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DATA DICTIONARY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Entities &amp; Attributes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1. STUDENT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• Primary Key: student_id (PK, NUMBER)  |  Attributes: student_name, email (UNIQUE), department, year (CHECK 1-4)</a:t>
            </a:r>
            <a:br/>
            <a:r>
              <a:t>   • Purpose: Stores basic student profile.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2. CLUB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• Primary Key: club_id (PK, NUMBER)  |  Attributes: club_name (UNIQUE), category, faculty_coordinator</a:t>
            </a:r>
            <a:br/>
            <a:r>
              <a:t>   • Purpose: Stores official campus clubs.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3. EVENT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• Primary Key: event_id (PK, NUMBER)  |  Attributes: event_name, event_date, venue, club_id (FK -&gt; CLUB)</a:t>
            </a:r>
            <a:br/>
            <a:r>
              <a:t>   • Purpose: Stores events organized by clubs.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4. MEMBERSHIP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• Primary Key: membership_id (PK, NUMBER)  |  Attributes: student_id (FK), club_id (FK), join_date</a:t>
            </a:r>
            <a:br/>
            <a:r>
              <a:t>   • Purpose: Associative entity linking Student &amp; Club.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5. REGISTRATION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• Primary Key: registration_id (PK, NUMBER)  |  Attributes: student_id (FK), event_id (FK), status, registration_date</a:t>
            </a:r>
            <a:br/>
            <a:r>
              <a:t>   • Purpose: Associative entity recording event signups.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RELATIONAL INTEGRITY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Database Constraints &amp; Integrity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1. Entity Integrity (Primary Keys)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Every table possesses a surrogate Primary Key (e.g., student_id, event_id).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Defined with GENERATED BY DEFAULT AS IDENTITY in Oracle 21c to prevent duplicate or NULL keys.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2. Referential Integrity (Foreign Keys)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Foreign keys connect child tables to parent tables (e.g., club_id in EVENT references CLUB(club_id)).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Configured with ON DELETE CASCADE: Deleting a club cleanly purges its associated events and memberships without orphaned records.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3. Domain Integrity (Check Constraints)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STUDENT.year: CHECK (year BETWEEN 1 AND 4) restricts year to valid undergraduate levels.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REGISTRATION.status: CHECK (status IN ('REGISTERED', 'CANCELLED', 'ATTENDED')) prevents invalid text.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4. Uniqueness Rules (Unique Constraints)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STUDENT.email: Marked UNIQUE so duplicate student profiles cannot be created.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MEMBERSHIP: UNIQUE(student_id, club_id) prevents a student from joining the same club twice.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REGISTRATION: UNIQUE(student_id, event_id) prevents double-booking the same event.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THEORY &amp; NORMALIZATION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Normalization Justification (1NF → 2NF → 3NF)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1NF (First Normal Form) — Elimination of Repeating Groups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Every column in every table contains single, atomic (indivisible) values.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We do not store a student's multiple events as a comma-separated list like 'Hackathon, RoboWars'.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Every row has a defined Primary Key.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2NF (Second Normal Form) — Elimination of Partial Dependencies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The schema satisfies 1NF.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No non-key attribute depends on a proper subset of a composite candidate key.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In MEMBERSHIP and REGISTRATION, surrogate PKs are used; non-key columns depend on the entire key.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3NF (Third Normal Form) — Elimination of Transitive Dependencies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The schema satisfies 2NF.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No non-key attribute functionally determines another non-key attribute (X → Y where neither is superkey).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Example: EVENT only stores club_id. Details like club_name and coordinator stay exclusively in CLUB.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</a:defRPr>
            </a:pPr>
            <a:r>
              <a:t>•  Example: REGISTRATION only stores student_id and event_id. Student names and event venues are never duplicated.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REVIEW 1 • MILESTONES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Review 1 Summary &amp; Roadmap for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1E3A8A"/>
                </a:solidFill>
              </a:defRPr>
            </a:pPr>
            <a:r>
              <a:t>Accomplished in Review 1: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✔ Clear real-world problem statement and campus club domain analysis.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✔ Complete Entity-Relationship (ER) diagram with correct cardinalities and associative entities.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✔ 5 DDL tables designed with comprehensive constraints (PK, FK, UNIQUE, CHECK).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✔ Mathematically verified 3NF normalization justification.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1E3A8A"/>
                </a:solidFill>
              </a:defRPr>
            </a:pPr>
            <a:r>
              <a:t>Target Deliverables for Review 2: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➤ Deploy database on Oracle Database 21c XE with sample data (10 students, 5 clubs, 10 events).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➤ Build 2 Database Views (event_registration_count, club_member_list).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➤ Implement PL/SQL Stored Procedure (register_student_for_event) &amp; Database Trigger.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➤ Build and demonstrate full working web application using Python 3 + Flask.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1800">
                <a:solidFill>
                  <a:srgbClr val="64748B"/>
                </a:solidFill>
              </a:defRPr>
            </a:pPr>
            <a:r>
              <a:t>Review 1: Concept, ER Model &amp; Schema Design</a:t>
            </a:r>
            <a:br/>
            <a:r>
              <a:t>Open for Questions &amp; Suggestions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
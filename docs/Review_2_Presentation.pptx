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DBMS COURSE PROJECT — REVIEW 2</a:t>
            </a:r>
          </a:p>
          <a:p>
            <a:pPr>
              <a:spcBef>
                <a:spcPts val="1000"/>
              </a:spcBef>
              <a:defRPr sz="3600" b="1">
                <a:solidFill>
                  <a:srgbClr val="1E3A8A"/>
                </a:solidFill>
              </a:defRPr>
            </a:pPr>
            <a:r>
              <a:t>College Club Event Management System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Phase 2: Working Prototype, PL/SQL Objects, Showcase Queries &amp; Evaluation</a:t>
            </a:r>
          </a:p>
          <a:p>
            <a:pPr>
              <a:spcBef>
                <a:spcPts val="3500"/>
              </a:spcBef>
              <a:defRPr sz="1400">
                <a:solidFill>
                  <a:srgbClr val="1E293B"/>
                </a:solidFill>
              </a:defRPr>
            </a:pPr>
            <a:r>
              <a:t>Presented by: Second Year CSE / IT</a:t>
            </a:r>
            <a:br/>
            <a:r>
              <a:t>Tech Stack: Oracle Database 21c XE | Python 3 + Flask | Vanilla HTML &amp; CSS</a:t>
            </a:r>
            <a:br/>
            <a:r>
              <a:t>Live Web App: http://127.0.0.1:5000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FOUNDATION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Review 1 Recap &amp; 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1E3A8A"/>
                </a:solidFill>
              </a:defRPr>
            </a:pPr>
            <a:r>
              <a:t>Recap of Database Design Approved in Review 1: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5 Normalized 3NF Tables: STUDENT, CLUB, EVENT, MEMBERSHIP, REGISTRATION.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Relationships: Clubs HOST Events; Students JOIN Clubs (Membership); Events RECEIVE Registrations.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Constraints Enforced: PK, FK with CASCADE, UNIQUE emails and composite keys, and CHECK constraints.</a:t>
            </a:r>
          </a:p>
          <a:p>
            <a:pPr>
              <a:spcBef>
                <a:spcPts val="1000"/>
              </a:spcBef>
              <a:defRPr sz="1600" b="1">
                <a:solidFill>
                  <a:srgbClr val="1E3A8A"/>
                </a:solidFill>
              </a:defRPr>
            </a:pPr>
            <a:r>
              <a:t>Phase 2 Implementation Scope: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Populated database with realistic sample dataset (10 students, 5 clubs, 10 events, 15 memberships, 20 registrations).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Implemented 2 Views, 1 PL/SQL Stored Procedure, and 1 Database Trigger.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Constructed complete responsive web application with 5 functional pages in Flask.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Executed 5 analytical showcase queries demonstrating advanced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ARCHITECTURE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500" b="1">
                <a:solidFill>
                  <a:srgbClr val="1E3A8A"/>
                </a:solidFill>
              </a:defRPr>
            </a:pPr>
            <a:r>
              <a:t>Database Layer — Oracle Database 21c Express Edition (XE)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Enterprise-grade relational database running locally on port 1521 (service: XEPDB1).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Stores physical tables, views, procedures, and triggers with ACID transaction compliance.</a:t>
            </a:r>
          </a:p>
          <a:p>
            <a:pPr>
              <a:spcBef>
                <a:spcPts val="600"/>
              </a:spcBef>
              <a:defRPr sz="1500" b="1">
                <a:solidFill>
                  <a:srgbClr val="1E3A8A"/>
                </a:solidFill>
              </a:defRPr>
            </a:pPr>
            <a:r>
              <a:t>Driver / Connector — python-oracledb (Thin Mode)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Official Oracle Python driver operating in pure 100% Thin Mode.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Direct TCP/IP socket connection to Oracle without needing Oracle Instant Client C binaries.</a:t>
            </a:r>
          </a:p>
          <a:p>
            <a:pPr>
              <a:spcBef>
                <a:spcPts val="600"/>
              </a:spcBef>
              <a:defRPr sz="1500" b="1">
                <a:solidFill>
                  <a:srgbClr val="1E3A8A"/>
                </a:solidFill>
              </a:defRPr>
            </a:pPr>
            <a:r>
              <a:t>Backend Framework — Python 3 + Flask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Clean, student-level microframework handling HTTP routes and database transactions.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No complex ORM: All SQL queries are written explicitly with bind variables (:param) for viva clarity.</a:t>
            </a:r>
          </a:p>
          <a:p>
            <a:pPr>
              <a:spcBef>
                <a:spcPts val="600"/>
              </a:spcBef>
              <a:defRPr sz="1500" b="1">
                <a:solidFill>
                  <a:srgbClr val="1E3A8A"/>
                </a:solidFill>
              </a:defRPr>
            </a:pPr>
            <a:r>
              <a:t>Frontend Layer — Plain HTML5, CSS3 &amp; Jinja2 Templates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Zero bloated JavaScript libraries or CSS frameworks (no React, no Tailwind).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Clean, readable, responsive web interface with flash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DBMS FEATURES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Database Views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 b="1">
                <a:solidFill>
                  <a:srgbClr val="1E3A8A"/>
                </a:solidFill>
              </a:defRPr>
            </a:pPr>
            <a:r>
              <a:t>View 1: event_registration_count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Definition: Combines EVENT, CLUB, and REGISTRATION using LEFT JOIN and GROUP BY.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Columns: event_id, event_name, event_date, venue, club_name, total_registered.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Purpose: Enables coordinators to immediately monitor live attendance without recalculating aggregations.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SQL Excerpt: COUNT(CASE WHEN r.status = 'REGISTERED' THEN 1 END) AS total_registered</a:t>
            </a:r>
          </a:p>
          <a:p>
            <a:pPr>
              <a:spcBef>
                <a:spcPts val="1000"/>
              </a:spcBef>
              <a:defRPr sz="1600" b="1">
                <a:solidFill>
                  <a:srgbClr val="1E3A8A"/>
                </a:solidFill>
              </a:defRPr>
            </a:pPr>
            <a:r>
              <a:t>View 2: club_member_list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Definition: Combines CLUB, MEMBERSHIP, and STUDENT using multiple INNER JOINs.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Columns: club_id, club_name, category, student_id, student_name, email, department, year, join_date.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Purpose: Provides a complete, secure roster of enrolled students for any chosen club.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Security Benefit: Restricts direct access to underlying tables while exposing relevant joined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PROCEDURAL LOGIC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PL/SQL Stored Procedure &amp; Database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Stored Procedure: register_student_for_event (IN p_student_id, IN p_event_id, OUT p_message)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1. Validates that the student and event exist in the database.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2. Date Verification: Checks if event_date &lt; TRUNC(SYSDATE). If event passed, blocks registration.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3. Duplicate Prevention: Queries REGISTRATION table. If already registered, returns friendly error.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4. Reactivation: If previously cancelled, re-activates status to 'REGISTERED'. Otherwise inserts fresh row.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5. Returns output message (OUT VARCHAR2) back to the Flask application for user feedback.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Database Trigger: prevent_past_event_registration (BEFORE INSERT ON REGISTRATION)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Fires automatically before any row is inserted into REGISTRATION.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Checks event_date of the corresponding event. If event_date &lt; TRUNC(SYSDATE), fires RAISE_APPLICATION_ERROR(-20001, 'Registration Closed: Event date has already passed.').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Guarantees database-level integrity even if an external tool bypasses the web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COMPLEX QUERIES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Showcase Analytical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Query 1: Most Popular Events (Aggregates &amp; Joins)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Demonstrates: INNER JOIN, LEFT JOIN, GROUP BY, COUNT(registration_id), ORDER BY DESC.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Finds events ranked by the total number of registered students.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Query 2: Active Clubs Filtered with HAVING Clause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Demonstrates: GROUP BY club_name HAVING COUNT(membership_id) &gt;= 2.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Important Viva Point: Explains the difference between WHERE (row filter) and HAVING (group filter).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Query 3: Highly Active Students (Cross-domain Analysis)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Demonstrates: JOIN STUDENT and REGISTRATION + WHERE status='REGISTERED' + HAVING COUNT &gt; 1.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Identifies campus leaders participating across multiple club events.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Query 4: Events With Zero Registrations (Subquery)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Demonstrates: Subquery using NOT IN (SELECT DISTINCT event_id FROM REGISTRATION).</a:t>
            </a:r>
          </a:p>
          <a:p>
            <a:pPr>
              <a:spcBef>
                <a:spcPts val="100"/>
              </a:spcBef>
              <a:defRPr sz="1200">
                <a:solidFill>
                  <a:srgbClr val="1E293B"/>
                </a:solidFill>
              </a:defRPr>
            </a:pPr>
            <a:r>
              <a:t>•  Identifies events needing additional marketing or rescheduling.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LIVE DEMO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Working Prototype: Web Modules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1. Home Dashboard (/)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• Real-time KPI metric cards (Students, Clubs, Events) and upcoming events list filtered by SYSDATE.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2. Student Management (/students)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• Displays student table and simple form to enroll students with year (1-4) validation.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3. Club Directory (/clubs)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• Displays club list with member counts, dynamic view-based member filter, and join club form.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4. Event Management (/events)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• Lists events with registration count, create new event form, stored procedure event registration, and cancellation button.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5. Showcase Reports (/reports)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• Interactive reporting tab rendering HTML tables for all 4 analytical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DEMO FLOW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Step-by-Step Live Demonstration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1: Open Home Page: Show the live counter cards and the upcoming events table. Explain WHERE event_date &gt;= SYSDATE.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2: Add a New Student: Navigate to /students, enter a new student, click Submit -&gt; green success flash message appears.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3: View Club Members &amp; Join: Navigate to /clubs, click 'View Members' on a club -&gt; show view club_member_list in action. Enroll the new student.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4: Execute Stored Procedure: Navigate to /events. Try duplicate registration -&gt; procedure returns 'Error: Already registered'. Register a new student -&gt; returns 'Success'.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5: Cancel Registration: Click 'Cancel' on an active registration -&gt; status updates to CANCELLED in database.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Step 6: View Reports: Open /reports to showcase the HAVING and GROUP BY analytical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CODE QUALITY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Security &amp; Database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SQL Injection Prevention (Bind Variables)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We strictly use parameterized queries (:name, :email) across all Flask endpoints.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User inputs are sent as parameters, never concatenated using f-strings or string formatting.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Performance Benefit: Allows Oracle's Shared Pool to cache and reuse compiled execution plans.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Database Transaction Management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All INSERT and UPDATE statements explicitly call conn.commit().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Exception blocks issue conn.rollback() in case of errors to preserve transactional consistency (ACID).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Dual Execution Modes (Standalone Executable)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Supplied with standalone Windows .exe binaries (college_club_app.exe and view_db.exe).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Allows the examiner to test the project instantly on any lab PC without needing Python installed.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2 • SUMMARY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</a:defRPr>
            </a:pPr>
            <a:r>
              <a:t>Key Deliverables Completed: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Oracle 21c XE DDL Schema (schema.sql) with 3NF Normalization.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Sample dataset (sample_data.sql) with 10 students, 5 clubs, 10 events, 15 memberships, 20 registrations.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2 Views, 1 PL/SQL Stored Procedure, and 1 Trigger (views_procedures_triggers.sql).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5 Showcase Analytical Queries (queries.sql).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Complete responsive web application with 5 Jinja2 templates and vanilla CSS.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Standalone executables: college_club_app.exe and view_db.exe.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</a:defRPr>
            </a:pPr>
            <a:r>
              <a:t>Viva Readiness: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✔ Prepared with 15 standard viva questions covering ER, normalization, keys, joins, procedures, and triggers.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>
                <a:solidFill>
                  <a:srgbClr val="64748B"/>
                </a:solidFill>
              </a:defRPr>
            </a:pPr>
            <a:r>
              <a:t>College Club Event Management System</a:t>
            </a:r>
            <a:br/>
            <a:r>
              <a:t>Demonstration &amp; Evaluation Complete</a:t>
            </a:r>
            <a:br/>
            <a:r>
              <a:t>Ready for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